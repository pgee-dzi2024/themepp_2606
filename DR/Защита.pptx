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nva Sans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41" autoAdjust="0"/>
    <p:restoredTop sz="94622" autoAdjust="0"/>
  </p:normalViewPr>
  <p:slideViewPr>
    <p:cSldViewPr>
      <p:cViewPr varScale="1">
        <p:scale>
          <a:sx n="71" d="100"/>
          <a:sy n="71" d="100"/>
        </p:scale>
        <p:origin x="62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Компютърното зрение позволява на компютрите да анализират изображения. В проекта се използва MediaPipe, която открива 21 ключови точки на ръката (върхове на пръсти и стави) за определяне на позицията и ориентацията на ноктите.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 реалистична визуализация се използват техники за обработка на изображения – цветови модели RGB и RGBA, геометрични трансформации за мащабиране и завъртане и alpha blending за плавно наслагване на дизайна върху ноктите.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Приложението започва с качване на изображение или използване на камера. Системата открива ключовите точки на ръката, определя позицията и размера на ноктите и наслагва избрания маникюрен дизайн, мащабиран и завъртян според тяхната форма и ориентация.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Приложението позволява качване на снимка или използване на камера. Системата разпознава ръката и позицията на пръстите, а избраният маникюрен дизайн се наслагва върху ноктите и се визуализира в реално време.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Създадено е приложение за виртуално изпробване на маникюрни дизайни. Проектът показва как компютърното зрение и обработката на изображения могат да се използват за интерактивни дигитални услуги и има потенциал за приложение в индустрията за красота.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5081122" y="-647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11"/>
          <a:stretch/>
        </p:blipFill>
        <p:spPr>
          <a:xfrm>
            <a:off x="-76200" y="-17318"/>
            <a:ext cx="18364200" cy="1041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447</Words>
  <Application>Microsoft Office PowerPoint</Application>
  <PresentationFormat>Custom</PresentationFormat>
  <Paragraphs>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Canva Sans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Admin</cp:lastModifiedBy>
  <cp:revision>28</cp:revision>
  <dcterms:created xsi:type="dcterms:W3CDTF">2006-08-16T00:00:00Z</dcterms:created>
  <dcterms:modified xsi:type="dcterms:W3CDTF">2026-04-29T08:07:53Z</dcterms:modified>
  <dc:identifier>DAHHeQJz9wk</dc:identifier>
</cp:coreProperties>
</file>