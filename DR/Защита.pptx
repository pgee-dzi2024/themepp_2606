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5" r:id="rId4"/>
    <p:sldId id="260" r:id="rId5"/>
    <p:sldId id="262" r:id="rId6"/>
    <p:sldId id="263" r:id="rId7"/>
    <p:sldId id="264" r:id="rId8"/>
    <p:sldId id="266" r:id="rId9"/>
    <p:sldId id="261" r:id="rId10"/>
    <p:sldId id="259" r:id="rId11"/>
  </p:sldIdLst>
  <p:sldSz cx="18288000" cy="10287000"/>
  <p:notesSz cx="6858000" cy="9144000"/>
  <p:embeddedFontLst>
    <p:embeddedFont>
      <p:font typeface="Canva Sans Bold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E0EB"/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 autoAdjust="0"/>
    <p:restoredTop sz="73383" autoAdjust="0"/>
  </p:normalViewPr>
  <p:slideViewPr>
    <p:cSldViewPr>
      <p:cViewPr varScale="1">
        <p:scale>
          <a:sx n="42" d="100"/>
          <a:sy n="42" d="100"/>
        </p:scale>
        <p:origin x="135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4.5.2026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Основната цел на проекта е създаване на приложение, което позволява на потребителя първо да избере маникюрен дизайн от галерия, а след това да качи снимка на ръката си или да използва камерата, за да види как избраният дизайн би изглеждал върху ноктите му.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11440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Проектът е разработен с </a:t>
            </a:r>
            <a:r>
              <a:rPr lang="en-US" dirty="0" smtClean="0"/>
              <a:t>Python. </a:t>
            </a:r>
            <a:r>
              <a:rPr lang="bg-BG" dirty="0" smtClean="0"/>
              <a:t>Сървърната част е реализирана с </a:t>
            </a:r>
            <a:r>
              <a:rPr lang="en-US" dirty="0" smtClean="0"/>
              <a:t>Django, </a:t>
            </a:r>
            <a:r>
              <a:rPr lang="bg-BG" dirty="0" smtClean="0"/>
              <a:t>разпознаването на ръката – с </a:t>
            </a:r>
            <a:r>
              <a:rPr lang="en-US" dirty="0" err="1" smtClean="0"/>
              <a:t>MediaPipe</a:t>
            </a:r>
            <a:r>
              <a:rPr lang="en-US" dirty="0" smtClean="0"/>
              <a:t>, </a:t>
            </a:r>
            <a:r>
              <a:rPr lang="bg-BG" dirty="0" smtClean="0"/>
              <a:t>а обработката на изображения – с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Pillow. </a:t>
            </a:r>
            <a:r>
              <a:rPr lang="bg-BG" dirty="0" smtClean="0"/>
              <a:t>Потребителският интерфейс е изграден с </a:t>
            </a:r>
            <a:r>
              <a:rPr lang="en-US" dirty="0" smtClean="0"/>
              <a:t>HTML, CSS </a:t>
            </a:r>
            <a:r>
              <a:rPr lang="bg-BG" dirty="0" smtClean="0"/>
              <a:t>и </a:t>
            </a:r>
            <a:r>
              <a:rPr lang="en-US" dirty="0" smtClean="0"/>
              <a:t>JavaScript.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позволява на компютрите да разпознават изображения. В проекта се използва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MediaPipe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която открива 21 ключови</a:t>
            </a:r>
            <a:r>
              <a:rPr lang="bg-BG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точки на ръката и чрез тях се определя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по-реалистична визия се използват техники за обработка на изображения – цветови модели като RGB и RGBA, промени в размера и завъртане на изображението, както и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плавно наслагване на дизайна върху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3091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избира дизайн от галерията. След това се качва снимка или се използва камера. Системата открива ръката и ноктите, а накрая адаптира дизайна и го наслагва върху тях.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38958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 позволява качване на снимка или използване на камера в реално време. То автоматично разпознава ръката и пръстите, а избраният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маникюрен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 се наслагва върху ноктите и се показва веднага.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0890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резултат е създадено приложение за виртуално изпробване на </a:t>
            </a:r>
            <a:r>
              <a:rPr lang="bg-BG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маникюрни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дизайни. Проектът показва как компютърното зрение и обработката на изображения могат да се използват за интерактивни дигитални решения. В бъдеще системата може да се подобри и да се приложи в индустрията за красота.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766405" y="5694488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>
            <a:off x="15081122" y="-647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extrusionH="76200" contourW="12700">
            <a:extrusionClr>
              <a:srgbClr val="F3E0EB"/>
            </a:extrusionClr>
            <a:contourClr>
              <a:srgbClr val="F3E0EB"/>
            </a:contourClr>
          </a:sp3d>
        </p:spPr>
      </p:sp>
      <p:sp>
        <p:nvSpPr>
          <p:cNvPr id="7" name="Freeform 7"/>
          <p:cNvSpPr/>
          <p:nvPr/>
        </p:nvSpPr>
        <p:spPr>
          <a:xfrm>
            <a:off x="239919" y="411480"/>
            <a:ext cx="3418007" cy="3048000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268200" y="9410700"/>
            <a:ext cx="4934401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86200" y="4946072"/>
            <a:ext cx="10591801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36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71800" y="1095004"/>
            <a:ext cx="11658600" cy="10772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</a:t>
            </a:r>
            <a:r>
              <a:rPr lang="en-US" sz="20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 </a:t>
            </a: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571500"/>
            <a:ext cx="16620066" cy="92964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945952"/>
            <a:ext cx="14249400" cy="8794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572000" y="190500"/>
            <a:ext cx="883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3200" b="1" dirty="0" smtClean="0"/>
              <a:t>Цел на проекта</a:t>
            </a:r>
            <a:endParaRPr lang="bg-BG" sz="3200" b="1" dirty="0"/>
          </a:p>
        </p:txBody>
      </p:sp>
    </p:spTree>
    <p:extLst>
      <p:ext uri="{BB962C8B-B14F-4D97-AF65-F5344CB8AC3E}">
        <p14:creationId xmlns:p14="http://schemas.microsoft.com/office/powerpoint/2010/main" val="47434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4000">
              <a:srgbClr val="F3E0EB"/>
            </a:gs>
            <a:gs pos="92928">
              <a:srgbClr val="F8DFE3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685800" y="952500"/>
            <a:ext cx="3655423" cy="29119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59690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6248400" y="3778332"/>
            <a:ext cx="5943600" cy="291353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69100" y="1257300"/>
            <a:ext cx="65460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bg-BG" sz="4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Използвани </a:t>
            </a:r>
            <a:r>
              <a:rPr lang="bg-BG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ln>
            <a:solidFill>
              <a:srgbClr val="F3E0EB"/>
            </a:solidFill>
          </a:ln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05"/>
          <a:stretch/>
        </p:blipFill>
        <p:spPr>
          <a:xfrm>
            <a:off x="0" y="-17318"/>
            <a:ext cx="18288000" cy="1030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0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/>
          <p:cNvPicPr>
            <a:picLocks noChangeAspect="1"/>
          </p:cNvPicPr>
          <p:nvPr/>
        </p:nvPicPr>
        <p:blipFill rotWithShape="1">
          <a:blip r:embed="rId3"/>
          <a:srcRect b="14445"/>
          <a:stretch/>
        </p:blipFill>
        <p:spPr>
          <a:xfrm>
            <a:off x="0" y="0"/>
            <a:ext cx="184404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" r="5634"/>
          <a:stretch/>
        </p:blipFill>
        <p:spPr>
          <a:xfrm>
            <a:off x="3657600" y="1581638"/>
            <a:ext cx="13030201" cy="8185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9100"/>
            <a:ext cx="655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Функционалности</a:t>
            </a:r>
            <a:endParaRPr lang="bg-BG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14115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3E0EB"/>
            </a:gs>
            <a:gs pos="75000">
              <a:srgbClr val="F3E0EB"/>
            </a:gs>
            <a:gs pos="83000">
              <a:srgbClr val="F3E0EB"/>
            </a:gs>
            <a:gs pos="100000">
              <a:srgbClr val="F3E0EB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30" y="1104900"/>
            <a:ext cx="9181507" cy="45197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808" t="10926" r="3561" b="8433"/>
          <a:stretch/>
        </p:blipFill>
        <p:spPr>
          <a:xfrm>
            <a:off x="2514600" y="5753100"/>
            <a:ext cx="8534400" cy="4118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9829800" y="2095500"/>
            <a:ext cx="7165727" cy="4457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 rot="1554809">
            <a:off x="-918805" y="60754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  <a:scene3d>
            <a:camera prst="orthographicFront"/>
            <a:lightRig rig="threePt" dir="t"/>
          </a:scene3d>
          <a:sp3d contourW="12700">
            <a:contourClr>
              <a:srgbClr val="F3E0EB"/>
            </a:contourClr>
          </a:sp3d>
        </p:spPr>
      </p:sp>
      <p:sp>
        <p:nvSpPr>
          <p:cNvPr id="6" name="Freeform 6"/>
          <p:cNvSpPr/>
          <p:nvPr/>
        </p:nvSpPr>
        <p:spPr>
          <a:xfrm rot="19569478">
            <a:off x="13839720" y="-397279"/>
            <a:ext cx="4863281" cy="4934047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487943"/>
            <a:ext cx="11887200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600" b="1" dirty="0">
                <a:solidFill>
                  <a:srgbClr val="002060"/>
                </a:solidFill>
              </a:rPr>
              <a:t>Благодаря Ви за вниманието!</a:t>
            </a:r>
            <a:endParaRPr lang="en-US" sz="60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449</Words>
  <Application>Microsoft Office PowerPoint</Application>
  <PresentationFormat>По избор</PresentationFormat>
  <Paragraphs>32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Arial</vt:lpstr>
      <vt:lpstr>Canva Sans Bold</vt:lpstr>
      <vt:lpstr>Calibri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Elonka Nazarova</cp:lastModifiedBy>
  <cp:revision>30</cp:revision>
  <dcterms:created xsi:type="dcterms:W3CDTF">2006-08-16T00:00:00Z</dcterms:created>
  <dcterms:modified xsi:type="dcterms:W3CDTF">2026-05-04T09:52:08Z</dcterms:modified>
  <dc:identifier>DAHHeQJz9wk</dc:identifier>
</cp:coreProperties>
</file>