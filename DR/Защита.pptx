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nva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 autoAdjust="0"/>
    <p:restoredTop sz="73383" autoAdjust="0"/>
  </p:normalViewPr>
  <p:slideViewPr>
    <p:cSldViewPr>
      <p:cViewPr varScale="1">
        <p:scale>
          <a:sx n="42" d="100"/>
          <a:sy n="42" d="100"/>
        </p:scale>
        <p:origin x="135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Създаденото приложение</a:t>
            </a:r>
            <a:r>
              <a:rPr lang="ru-RU" baseline="0" dirty="0" smtClean="0"/>
              <a:t> </a:t>
            </a:r>
            <a:r>
              <a:rPr lang="ru-RU" dirty="0" smtClean="0"/>
              <a:t> </a:t>
            </a:r>
            <a:r>
              <a:rPr lang="ru-RU" dirty="0" err="1" smtClean="0"/>
              <a:t>показва</a:t>
            </a:r>
            <a:r>
              <a:rPr lang="ru-RU" dirty="0" smtClean="0"/>
              <a:t> как </a:t>
            </a:r>
            <a:r>
              <a:rPr lang="ru-RU" dirty="0" err="1" smtClean="0"/>
              <a:t>компютърното</a:t>
            </a:r>
            <a:r>
              <a:rPr lang="ru-RU" dirty="0" smtClean="0"/>
              <a:t> зрение и </a:t>
            </a:r>
            <a:r>
              <a:rPr lang="ru-RU" dirty="0" err="1" smtClean="0"/>
              <a:t>обработката</a:t>
            </a:r>
            <a:r>
              <a:rPr lang="ru-RU" dirty="0" smtClean="0"/>
              <a:t> на изображения </a:t>
            </a:r>
            <a:r>
              <a:rPr lang="ru-RU" dirty="0" err="1" smtClean="0"/>
              <a:t>могат</a:t>
            </a:r>
            <a:r>
              <a:rPr lang="ru-RU" dirty="0" smtClean="0"/>
              <a:t> да се </a:t>
            </a:r>
            <a:r>
              <a:rPr lang="ru-RU" dirty="0" err="1" smtClean="0"/>
              <a:t>използват</a:t>
            </a:r>
            <a:r>
              <a:rPr lang="ru-RU" dirty="0" smtClean="0"/>
              <a:t> за </a:t>
            </a:r>
            <a:r>
              <a:rPr lang="ru-RU" dirty="0" err="1" smtClean="0"/>
              <a:t>интерактивни</a:t>
            </a:r>
            <a:r>
              <a:rPr lang="ru-RU" dirty="0" smtClean="0"/>
              <a:t> </a:t>
            </a:r>
            <a:r>
              <a:rPr lang="ru-RU" dirty="0" err="1" smtClean="0"/>
              <a:t>дигитални</a:t>
            </a:r>
            <a:r>
              <a:rPr lang="ru-RU" dirty="0" smtClean="0"/>
              <a:t> решения.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5081122" y="-647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438</Words>
  <Application>Microsoft Office PowerPoint</Application>
  <PresentationFormat>По избор</PresentationFormat>
  <Paragraphs>32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Calibri</vt:lpstr>
      <vt:lpstr>Canva Sans Bold</vt:lpstr>
      <vt:lpstr>Arial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Elonka Nazarova</cp:lastModifiedBy>
  <cp:revision>32</cp:revision>
  <dcterms:created xsi:type="dcterms:W3CDTF">2006-08-16T00:00:00Z</dcterms:created>
  <dcterms:modified xsi:type="dcterms:W3CDTF">2026-05-07T12:28:50Z</dcterms:modified>
  <dc:identifier>DAHHeQJz9wk</dc:identifier>
</cp:coreProperties>
</file>