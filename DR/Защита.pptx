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nva Sans Bold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8" autoAdjust="0"/>
    <p:restoredTop sz="73383" autoAdjust="0"/>
  </p:normalViewPr>
  <p:slideViewPr>
    <p:cSldViewPr>
      <p:cViewPr varScale="1">
        <p:scale>
          <a:sx n="42" d="100"/>
          <a:sy n="42" d="100"/>
        </p:scale>
        <p:origin x="134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43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Създаденото приложение</a:t>
            </a:r>
            <a:r>
              <a:rPr lang="ru-RU" baseline="0" dirty="0" smtClean="0"/>
              <a:t> </a:t>
            </a:r>
            <a:r>
              <a:rPr lang="ru-RU" dirty="0" smtClean="0"/>
              <a:t> </a:t>
            </a:r>
            <a:r>
              <a:rPr lang="ru-RU" dirty="0" err="1" smtClean="0"/>
              <a:t>показва</a:t>
            </a:r>
            <a:r>
              <a:rPr lang="ru-RU" dirty="0" smtClean="0"/>
              <a:t> как </a:t>
            </a:r>
            <a:r>
              <a:rPr lang="ru-RU" dirty="0" err="1" smtClean="0"/>
              <a:t>компютърното</a:t>
            </a:r>
            <a:r>
              <a:rPr lang="ru-RU" dirty="0" smtClean="0"/>
              <a:t> зрение и </a:t>
            </a:r>
            <a:r>
              <a:rPr lang="ru-RU" dirty="0" err="1" smtClean="0"/>
              <a:t>обработката</a:t>
            </a:r>
            <a:r>
              <a:rPr lang="ru-RU" dirty="0" smtClean="0"/>
              <a:t> на изображения </a:t>
            </a:r>
            <a:r>
              <a:rPr lang="ru-RU" dirty="0" err="1" smtClean="0"/>
              <a:t>могат</a:t>
            </a:r>
            <a:r>
              <a:rPr lang="ru-RU" dirty="0" smtClean="0"/>
              <a:t> да се </a:t>
            </a:r>
            <a:r>
              <a:rPr lang="ru-RU" dirty="0" err="1" smtClean="0"/>
              <a:t>използват</a:t>
            </a:r>
            <a:r>
              <a:rPr lang="ru-RU" dirty="0" smtClean="0"/>
              <a:t> за </a:t>
            </a:r>
            <a:r>
              <a:rPr lang="ru-RU" dirty="0" err="1" smtClean="0"/>
              <a:t>интерактивни</a:t>
            </a:r>
            <a:r>
              <a:rPr lang="ru-RU" dirty="0" smtClean="0"/>
              <a:t> </a:t>
            </a:r>
            <a:r>
              <a:rPr lang="ru-RU" dirty="0" err="1" smtClean="0"/>
              <a:t>дигитални</a:t>
            </a:r>
            <a:r>
              <a:rPr lang="ru-RU" dirty="0" smtClean="0"/>
              <a:t> решения.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ru-RU" dirty="0" smtClean="0"/>
          </a:p>
          <a:p>
            <a:r>
              <a:rPr lang="ru-RU" dirty="0" smtClean="0"/>
              <a:t>Едно от предизвикателствата, на които бях подложена, беше точното изчисляване на размера и завъртането на изображението. В Python има различни библиотеки за работа с изображения, една от тях е </a:t>
            </a:r>
            <a:r>
              <a:rPr lang="ru-RU" b="1" dirty="0" smtClean="0"/>
              <a:t>MediaPipe</a:t>
            </a:r>
            <a:r>
              <a:rPr lang="ru-RU" dirty="0" smtClean="0"/>
              <a:t>, която открива ръката и важни точки по </a:t>
            </a:r>
            <a:r>
              <a:rPr lang="ru-RU" smtClean="0"/>
              <a:t>нея.Понеже</a:t>
            </a:r>
            <a:r>
              <a:rPr lang="ru-RU" dirty="0" smtClean="0"/>
              <a:t> </a:t>
            </a:r>
            <a:r>
              <a:rPr lang="ru-RU" dirty="0" smtClean="0"/>
              <a:t>снимките не винаги са еднакви – ръката може да е под различен ъгъл или при различна светлина – точността понякога може да бъде различна и изображението да не се подравни </a:t>
            </a:r>
            <a:r>
              <a:rPr lang="ru-RU" dirty="0" err="1" smtClean="0"/>
              <a:t>напълно</a:t>
            </a:r>
            <a:r>
              <a:rPr lang="ru-RU" dirty="0" smtClean="0"/>
              <a:t> точно. </a:t>
            </a:r>
          </a:p>
          <a:p>
            <a:r>
              <a:rPr lang="ru-RU" dirty="0" err="1" smtClean="0"/>
              <a:t>Афинните</a:t>
            </a:r>
            <a:r>
              <a:rPr lang="ru-RU" dirty="0" smtClean="0"/>
              <a:t> трансформации </a:t>
            </a:r>
            <a:r>
              <a:rPr lang="ru-RU" dirty="0" err="1" smtClean="0"/>
              <a:t>са</a:t>
            </a:r>
            <a:r>
              <a:rPr lang="ru-RU" dirty="0" smtClean="0"/>
              <a:t> начин да </a:t>
            </a:r>
            <a:r>
              <a:rPr lang="ru-RU" dirty="0" err="1" smtClean="0"/>
              <a:t>местиш</a:t>
            </a:r>
            <a:r>
              <a:rPr lang="ru-RU" dirty="0" smtClean="0"/>
              <a:t>, </a:t>
            </a:r>
            <a:r>
              <a:rPr lang="ru-RU" dirty="0" err="1" smtClean="0"/>
              <a:t>въртиш</a:t>
            </a:r>
            <a:r>
              <a:rPr lang="ru-RU" dirty="0" smtClean="0"/>
              <a:t> и </a:t>
            </a:r>
            <a:r>
              <a:rPr lang="ru-RU" dirty="0" err="1" smtClean="0"/>
              <a:t>променяш</a:t>
            </a:r>
            <a:r>
              <a:rPr lang="ru-RU" dirty="0" smtClean="0"/>
              <a:t> размера на изображение, за да </a:t>
            </a:r>
            <a:r>
              <a:rPr lang="ru-RU" dirty="0" err="1" smtClean="0"/>
              <a:t>го</a:t>
            </a:r>
            <a:r>
              <a:rPr lang="ru-RU" dirty="0" smtClean="0"/>
              <a:t> </a:t>
            </a:r>
            <a:r>
              <a:rPr lang="ru-RU" dirty="0" err="1" smtClean="0"/>
              <a:t>напаснеш</a:t>
            </a:r>
            <a:r>
              <a:rPr lang="ru-RU" dirty="0" smtClean="0"/>
              <a:t> точно </a:t>
            </a:r>
            <a:r>
              <a:rPr lang="ru-RU" dirty="0" err="1" smtClean="0"/>
              <a:t>върху</a:t>
            </a:r>
            <a:r>
              <a:rPr lang="ru-RU" dirty="0" smtClean="0"/>
              <a:t> </a:t>
            </a:r>
            <a:r>
              <a:rPr lang="ru-RU" dirty="0" err="1" smtClean="0"/>
              <a:t>обект</a:t>
            </a:r>
            <a:r>
              <a:rPr lang="ru-RU" dirty="0" smtClean="0"/>
              <a:t> без да </a:t>
            </a:r>
            <a:r>
              <a:rPr lang="ru-RU" dirty="0" err="1" smtClean="0"/>
              <a:t>го</a:t>
            </a:r>
            <a:r>
              <a:rPr lang="ru-RU" dirty="0" smtClean="0"/>
              <a:t> </a:t>
            </a:r>
            <a:r>
              <a:rPr lang="ru-RU" dirty="0" err="1" smtClean="0"/>
              <a:t>изкривяваш</a:t>
            </a:r>
            <a:r>
              <a:rPr lang="ru-RU" dirty="0" smtClean="0"/>
              <a:t>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4735400" y="-266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</TotalTime>
  <Words>540</Words>
  <Application>Microsoft Office PowerPoint</Application>
  <PresentationFormat>По избор</PresentationFormat>
  <Paragraphs>35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Arial</vt:lpstr>
      <vt:lpstr>Canva Sans Bold</vt:lpstr>
      <vt:lpstr>Calibri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Elonka Nazarova</cp:lastModifiedBy>
  <cp:revision>41</cp:revision>
  <dcterms:created xsi:type="dcterms:W3CDTF">2006-08-16T00:00:00Z</dcterms:created>
  <dcterms:modified xsi:type="dcterms:W3CDTF">2026-05-18T11:59:17Z</dcterms:modified>
  <dc:identifier>DAHHeQJz9wk</dc:identifier>
</cp:coreProperties>
</file>