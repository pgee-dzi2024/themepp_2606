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8288000" cy="10287000"/>
  <p:notesSz cx="6858000" cy="9144000"/>
  <p:embeddedFontLst>
    <p:embeddedFont>
      <p:font typeface="Calibri" panose="020F0502020204030204" pitchFamily="34" charset="0"/>
      <p:regular r:id="rId6"/>
      <p:bold r:id="rId7"/>
      <p:italic r:id="rId8"/>
      <p:boldItalic r:id="rId9"/>
    </p:embeddedFont>
    <p:embeddedFont>
      <p:font typeface="Canva Sans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21.4.2026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  <a:endParaRPr lang="bg-B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18347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59306" y="627029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CDFDD"/>
            </a:solidFill>
            <a:ln w="285750" cap="rnd">
              <a:solidFill>
                <a:srgbClr val="F4BDBC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5" name="Freeform 5"/>
          <p:cNvSpPr/>
          <p:nvPr/>
        </p:nvSpPr>
        <p:spPr>
          <a:xfrm rot="1554809">
            <a:off x="-1065404" y="6851776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18351" y="-1028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32035" y="1122506"/>
            <a:ext cx="2428058" cy="2261188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1143799" y="7247188"/>
            <a:ext cx="3937323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32836" y="5235164"/>
            <a:ext cx="9283540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2254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Тема:Виртуално 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022056" y="1565132"/>
            <a:ext cx="11301259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по 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514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144</Words>
  <Application>Microsoft Office PowerPoint</Application>
  <PresentationFormat>Custom</PresentationFormat>
  <Paragraphs>11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Calibri</vt:lpstr>
      <vt:lpstr>Canva Sans Bold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Admin</cp:lastModifiedBy>
  <cp:revision>3</cp:revision>
  <dcterms:created xsi:type="dcterms:W3CDTF">2006-08-16T00:00:00Z</dcterms:created>
  <dcterms:modified xsi:type="dcterms:W3CDTF">2026-04-21T10:11:33Z</dcterms:modified>
  <dc:identifier>DAHHeQJz9wk</dc:identifier>
</cp:coreProperties>
</file>