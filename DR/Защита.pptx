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61" r:id="rId4"/>
    <p:sldId id="260" r:id="rId5"/>
    <p:sldId id="262" r:id="rId6"/>
    <p:sldId id="263" r:id="rId7"/>
    <p:sldId id="264" r:id="rId8"/>
    <p:sldId id="265" r:id="rId9"/>
    <p:sldId id="259" r:id="rId10"/>
  </p:sldIdLst>
  <p:sldSz cx="18288000" cy="10287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Canva Sans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Основната цел на проекта е създаване на приложение, което позволява на потребителя да качи снимка на ръката си или да използва камерата, след което да избере маникюрен дизайн и да види как би изглеждал върху ноктите.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разработката на проекта е използван Python, подходящ за обработка на изображения и уеб приложения. Сървърната част е реализирана с Django. За разпознаване на ръката е използвана библиотеката MediaPipe, а за обработка на изображения – OpenCV и Pillow. Потребителският интерфейс е изграден с HTML, CSS и JavaScript.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Компютърното зрение е област от изкуствения интелект, която позволява на компютрите да анализират изображения. В проекта се използва MediaPipe за откриване на ключови точки на ръката. Тя разпознава 21 точки, включително върховете на пръстите и ставите, които се използват за определяне на позицията и ориентацията на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реалистична визуализация на маникюра се използват техники за обработка на изображения, включващи цветови модели RGB и RGBA и геометрични трансформации за мащабиране и завъртане. Използва се и alpha blending за плавно наслагване на дизайна върху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3091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Работата на приложението започва с качване на изображение или използване на камера в реално време. Системата анализира изображението и открива ключовите точки на ръката, като на тази база определя позицията и размера на ноктите. След това избраният маникюрен дизайн се мащабира и завърта според формата и ориентацията на ноктите и се наслагва върху изображението.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38958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7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28600" y="419100"/>
            <a:ext cx="17145000" cy="90678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CDFDD"/>
            </a:solidFill>
            <a:ln w="285750" cap="rnd">
              <a:solidFill>
                <a:srgbClr val="F4BDBC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>
                <a:solidFill>
                  <a:srgbClr val="FCDFDD"/>
                </a:solidFill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 rot="1554809">
            <a:off x="-156805" y="5093130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4323315" y="46341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40662" y="973147"/>
            <a:ext cx="2428058" cy="2261188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1143799" y="7247188"/>
            <a:ext cx="3937323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932836" y="5235164"/>
            <a:ext cx="9283540" cy="410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254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254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022056" y="1565132"/>
            <a:ext cx="11301259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по 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" b="4824"/>
          <a:stretch/>
        </p:blipFill>
        <p:spPr>
          <a:xfrm>
            <a:off x="0" y="0"/>
            <a:ext cx="18288000" cy="102684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53200" y="952500"/>
            <a:ext cx="441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Въведение</a:t>
            </a:r>
            <a:endParaRPr lang="bg-BG" sz="4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71500"/>
            <a:ext cx="7900238" cy="38890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10591800" y="3124720"/>
            <a:ext cx="6553200" cy="4076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tangle 2"/>
          <p:cNvSpPr/>
          <p:nvPr/>
        </p:nvSpPr>
        <p:spPr>
          <a:xfrm>
            <a:off x="11430000" y="1181100"/>
            <a:ext cx="4876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bg-BG" sz="4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Цел </a:t>
            </a:r>
            <a:r>
              <a:rPr lang="bg-BG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 проекта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/>
          <a:srcRect l="3808" t="6867" r="3561" b="8433"/>
          <a:stretch/>
        </p:blipFill>
        <p:spPr>
          <a:xfrm>
            <a:off x="2819400" y="5905500"/>
            <a:ext cx="6273912" cy="31799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685800" y="952500"/>
            <a:ext cx="3655423" cy="29119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48418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6248400" y="3619500"/>
            <a:ext cx="5943600" cy="29135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790736" y="1202461"/>
            <a:ext cx="5488169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4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Използвани </a:t>
            </a:r>
            <a:r>
              <a:rPr lang="bg-BG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11"/>
          <a:stretch/>
        </p:blipFill>
        <p:spPr>
          <a:xfrm>
            <a:off x="-1" y="0"/>
            <a:ext cx="18290177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06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681"/>
          <a:stretch/>
        </p:blipFill>
        <p:spPr>
          <a:xfrm>
            <a:off x="0" y="0"/>
            <a:ext cx="18288000" cy="1040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5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4346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7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74088" y="700448"/>
            <a:ext cx="16230600" cy="82296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CDFDD"/>
            </a:solidFill>
            <a:ln w="285750" cap="rnd">
              <a:solidFill>
                <a:srgbClr val="F4BDBC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5" name="Freeform 5"/>
          <p:cNvSpPr/>
          <p:nvPr/>
        </p:nvSpPr>
        <p:spPr>
          <a:xfrm rot="1554809">
            <a:off x="-156806" y="5161088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9569478">
            <a:off x="14078185" y="-3672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487943"/>
            <a:ext cx="10168376" cy="5099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000" dirty="0">
                <a:solidFill>
                  <a:srgbClr val="002060"/>
                </a:solidFill>
              </a:rPr>
              <a:t>Благодаря Ви за вниманието!</a:t>
            </a:r>
            <a:endParaRPr lang="en-US" sz="54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420</Words>
  <Application>Microsoft Office PowerPoint</Application>
  <PresentationFormat>Custom</PresentationFormat>
  <Paragraphs>28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</vt:lpstr>
      <vt:lpstr>Arial</vt:lpstr>
      <vt:lpstr>Canva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Admin</cp:lastModifiedBy>
  <cp:revision>18</cp:revision>
  <dcterms:created xsi:type="dcterms:W3CDTF">2006-08-16T00:00:00Z</dcterms:created>
  <dcterms:modified xsi:type="dcterms:W3CDTF">2026-04-27T07:45:32Z</dcterms:modified>
  <dc:identifier>DAHHeQJz9wk</dc:identifier>
</cp:coreProperties>
</file>